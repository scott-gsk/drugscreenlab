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本周结论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类器官单药筛选跨模型迁移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完成第一轮验证：细胞系模型能识别部分表达信号，但当前类器官数据上尚未超过简单基线。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0">
                <a:solidFill>
                  <a:srgbClr val="53616B"/>
                </a:solidFill>
              </a:defRPr>
            </a:pPr>
            <a:r>
              <a:t>已完成：方案设计｜来源模型验证｜类器官适配测试｜功能数据初测</a:t>
            </a:r>
          </a:p>
          <a:p>
            <a:pPr>
              <a:defRPr sz="2100" b="0">
                <a:solidFill>
                  <a:srgbClr val="53616B"/>
                </a:solidFill>
              </a:defRPr>
            </a:pPr>
            <a:r>
              <a:t>下一步：外部验证 + 扩大类器官和药物覆盖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1｜完成可验证的筛药方案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324D"/>
                </a:solidFill>
              </a:defRPr>
            </a:pPr>
            <a:r>
              <a:t>目标：用细胞系大样本药敏信息，辅助小样本类器官对候选单药排序。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383280" cy="2103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输入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类器官基础表达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候选药物结构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560320"/>
            <a:ext cx="3383280" cy="2103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输出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药物敏感性排序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Top候选药物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解释依据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560320"/>
            <a:ext cx="3383280" cy="2103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评价规则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患者留出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与简单基线比较</a:t>
            </a:r>
          </a:p>
          <a:p>
            <a:pPr>
              <a:defRPr sz="2000" b="1">
                <a:solidFill>
                  <a:srgbClr val="17324D"/>
                </a:solidFill>
              </a:defRPr>
            </a:pPr>
            <a:r>
              <a:t>不等同临床疗效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2｜来源模型识别到有限表达信号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0">
                <a:solidFill>
                  <a:srgbClr val="53616B"/>
                </a:solidFill>
              </a:defRPr>
            </a:pPr>
            <a:r>
              <a:t>动作：按细胞系整组留出，比较“药物平均效应”与“表达 + 药物结构”。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383280" cy="15544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300" b="1">
                <a:solidFill>
                  <a:srgbClr val="17324D"/>
                </a:solidFill>
              </a:defRPr>
            </a:pPr>
            <a:r>
              <a:t>药物平均基线</a:t>
            </a:r>
          </a:p>
          <a:p>
            <a:pPr>
              <a:defRPr sz="2300" b="1">
                <a:solidFill>
                  <a:srgbClr val="17324D"/>
                </a:solidFill>
              </a:defRPr>
            </a:pPr>
            <a:r>
              <a:t>NDCG@5 ≈ 0.956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20240"/>
            <a:ext cx="3383280" cy="15544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300" b="1">
                <a:solidFill>
                  <a:srgbClr val="17324D"/>
                </a:solidFill>
              </a:defRPr>
            </a:pPr>
            <a:r>
              <a:t>表达+结构模型</a:t>
            </a:r>
          </a:p>
          <a:p>
            <a:pPr>
              <a:defRPr sz="2300" b="1">
                <a:solidFill>
                  <a:srgbClr val="17324D"/>
                </a:solidFill>
              </a:defRPr>
            </a:pPr>
            <a:r>
              <a:t>NDCG@5 ≈ 0.963</a:t>
            </a:r>
          </a:p>
          <a:p>
            <a:pPr>
              <a:defRPr sz="2300" b="1">
                <a:solidFill>
                  <a:srgbClr val="17324D"/>
                </a:solidFill>
              </a:defRPr>
            </a:pPr>
            <a:r>
              <a:t>提升约0.007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383280" cy="15544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表达置换后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性能下降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支持使用细胞信号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324D"/>
                </a:solidFill>
              </a:defRPr>
            </a:pPr>
            <a:r>
              <a:t>结果含义：来源域存在表达相关信号，但尚未证明可以迁移到类器官。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3｜类器官第一轮验证未超过简单基线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900" b="0">
                <a:solidFill>
                  <a:srgbClr val="53616B"/>
                </a:solidFill>
              </a:defRPr>
            </a:pPr>
            <a:r>
              <a:t>动作：在20个类器官、7种严格共享药物上做患者留出比较。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20640" cy="960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简单药物基线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≈0.748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28800"/>
            <a:ext cx="5120640" cy="960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类器官表达模型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≈0.68–0.73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5120640" cy="960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直接迁移模型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≈0.61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154680"/>
            <a:ext cx="5120640" cy="9601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来源模型适配</a:t>
            </a:r>
          </a:p>
          <a:p>
            <a:pPr>
              <a:defRPr sz="2100" b="1">
                <a:solidFill>
                  <a:srgbClr val="17324D"/>
                </a:solidFill>
              </a:defRPr>
            </a:pPr>
            <a:r>
              <a:t>≈0.65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60704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判断：当前主要瓶颈是样本量、共同药物数和跨体系表达差异，暂不继续堆复杂网络。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下周计划与所需支持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17324D"/>
                </a:solidFill>
              </a:defRPr>
            </a:pPr>
            <a:r>
              <a:t>计划聚焦“验证能否复现”与“补足数据条件”。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1｜完成外部验证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PRISM严格未见细胞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确认表达信号能否跨研究复现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474720" cy="20116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2｜补充PDO队列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扩大患者数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扩大共同药物覆盖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474720" cy="20116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3｜形成可用基线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稳定、可解释的类器官药物排序</a:t>
            </a:r>
          </a:p>
          <a:p>
            <a:pPr>
              <a:defRPr sz="1800" b="1">
                <a:solidFill>
                  <a:srgbClr val="17324D"/>
                </a:solidFill>
              </a:defRPr>
            </a:pPr>
            <a:r>
              <a:t>再决定是否升级模型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需要支持：确认第二个合格PDO队列及表达—单药药敏配对数据来源。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