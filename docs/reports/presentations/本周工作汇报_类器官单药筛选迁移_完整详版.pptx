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1｜本周工作总览：把跨模型迁移方案推进到可验证阶段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53616B"/>
                </a:solidFill>
              </a:defRPr>
            </a:pPr>
            <a:r>
              <a:t>本周围绕“细胞系药敏信息能否帮助类器官单药筛选”完成研究方案、数据准入、模型训练、迁移实验和外部验证准备。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10642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工作包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本周完成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形成结果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明确研究问题、假设、指标和停止标准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形成可执行研究合同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数据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完成来源/目标表达、药物和样本身份核验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确定可用队列及数据限制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算法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完成来源模型、PDO模型和迁移模型比较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获得首轮性能结果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验证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完成PRISM严格未见细胞身份审计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具备跨研究测试条件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2｜研究背景：为什么需要细胞系到类器官迁移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53616B"/>
                </a:solidFill>
              </a:defRPr>
            </a:pPr>
            <a:r>
              <a:t>细胞系数据量大但属于二维培养体系；PDO更接近患者肿瘤状态，却存在样本量小、药物面板窄和表达—药敏配对不足的问题。项目目标是用来源域数据降低PDO建模的数据需求。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4884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对象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优势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限制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细胞系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样本多、药敏药物覆盖广，适合预训练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与三维类器官存在培养体系和状态差异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PDO/PDxO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更接近患者肿瘤生物学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样本少、药物交集小、难以单独训练复杂模型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计算模型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可整合表达和药物结构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必须证明迁移增益，不能直接外推临床疗效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3｜本周新增数据与三篇Nature论文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53616B"/>
                </a:solidFill>
              </a:defRPr>
            </a:pPr>
            <a:r>
              <a:t>本周将三篇Nature研究从文献背景转化为项目数据接口：分别支持三维模型域差异分析、功能辅助训练和解释验证。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65960"/>
          <a:ext cx="110642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论文/数据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数据内容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进入项目的实验环节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NextGen DepMap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三维模型表达、培养类型、基因依赖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三维表达适配、二维/三维域差异分析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HCMI配对模型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肿瘤与来源模型的配对表达和保持度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学习可迁移特征，分析培养体系差异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类器官功能生物库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类器官表达和CRISPR依赖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功能辅助训练、靶点解释和独立一致性检查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数据边界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功能依赖不是药敏真值；论文样本量不能直接相加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只作为辅助监督或外部支持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4｜研究方案：从来源学习到PDO排序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53616B"/>
                </a:solidFill>
              </a:defRPr>
            </a:pPr>
            <a:r>
              <a:t>方案采用“来源预训练—目标适配—功能辅助—外部验证”的递进路线，每一步都与简单基线比较，避免复杂模型掩盖数据不足。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106424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492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输入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主要方法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判断标准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来源学习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细胞系表达+单药药敏+药物结构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表达编码器、分子结构编码器、双编码器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是否超过药物平均效应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PDO适配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PDO表达+共同药物药敏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PDO从头模型、直接迁移、低自由度适配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是否超过简单基线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功能辅助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三维表达+依赖标签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掩码重建、依赖多任务监督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是否改善PDO药物排序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外部验证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PRISM严格未见细胞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冻结模型、表达置换、细胞块bootstrap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是否跨研究复现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5｜数据处理与质量控制：本周完成的具体工作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53616B"/>
                </a:solidFill>
              </a:defRPr>
            </a:pPr>
            <a:r>
              <a:t>本周重点不是直接训练网络，而是先保证不同研究中的样本、药物和表达可以被公平比较。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处理对象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本周处理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结果/限制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样本身份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统一细胞系、PDO、患者和模型ID；排除外部测试身份重叠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PRISM 877个细胞中排除523个GDSC重叠细胞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药物身份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以完整InChIKey进行严格匹配，保留盐型和实体差异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Zhu严格共享7种药物；PRISM匹配104种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表达矩阵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固定公共基因空间，记录TPM/FPKM及缩放方式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识别来源与目标表达尺度差异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数据划分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患者/细胞整组留出，预处理只在训练折拟合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避免同患者或同细胞泄漏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外部数据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PRISM标签不参与训练、选模或阈值制定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获得354个严格未见细胞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6｜算法与实验设计：比较什么，为什么比较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53616B"/>
                </a:solidFill>
              </a:defRPr>
            </a:pPr>
            <a:r>
              <a:t>算法比较围绕“药物普遍效应、目标域表达信号、来源域迁移信号”逐层展开，而不是直接从复杂网络开始。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10642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562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模型层级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算法内容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回答的问题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简单基线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按训练数据估计药物平均敏感性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药物本身是否已解释大部分排序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PDO自身模型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正则化表达模型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目标域是否存在稳定个体化信号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直接迁移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冻结细胞系表达+药物模型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来源规律能否零样本迁移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受控适配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冻结编码器、全量微调、来源参数收缩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低自由度调整能否减少负迁移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功能辅助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表达重建、依赖监督、标签置换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功能数据是否提供独立增量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7｜实验结果：来源域有表达信号，PDO迁移尚未成立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53616B"/>
                </a:solidFill>
              </a:defRPr>
            </a:pPr>
            <a:r>
              <a:t>本周结果形成了清晰的分层结论：来源域模型有小幅表达增益，但在当前PDO队列上没有转化为更好的药物排序。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实验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数据规模/设置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结论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</a:defRPr>
                      </a:pPr>
                      <a:r>
                        <a:t>来源cold-cell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</a:defRPr>
                      </a:pPr>
                      <a:r>
                        <a:t>细胞系整组留出；3个初始化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</a:defRPr>
                      </a:pPr>
                      <a:r>
                        <a:t>NDCG@5约0.956→0.963；表达置换后下降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</a:defRPr>
                      </a:pPr>
                      <a:r>
                        <a:t>来源域存在有限表达信号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</a:defRPr>
                      </a:pPr>
                      <a:r>
                        <a:t>Zhu PDO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</a:defRPr>
                      </a:pPr>
                      <a:r>
                        <a:t>20个PDO；7种共同药物；患者留出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</a:defRPr>
                      </a:pPr>
                      <a:r>
                        <a:t>简单基线约0.748；迁移模型约0.61–0.65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</a:defRPr>
                      </a:pPr>
                      <a:r>
                        <a:t>出现负迁移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</a:defRPr>
                      </a:pPr>
                      <a:r>
                        <a:t>功能辅助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</a:defRPr>
                      </a:pPr>
                      <a:r>
                        <a:t>三维表达/依赖监督；关闭和置换对照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</a:defRPr>
                      </a:pPr>
                      <a:r>
                        <a:t>有轻微方向性变化，但低于简单基线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</a:defRPr>
                      </a:pPr>
                      <a:r>
                        <a:t>暂不能证明功能数据改善筛药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</a:defRPr>
                      </a:pPr>
                      <a:r>
                        <a:t>PRISM准备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</a:defRPr>
                      </a:pPr>
                      <a:r>
                        <a:t>354个严格未见细胞；104种共同药物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</a:defRPr>
                      </a:pPr>
                      <a:r>
                        <a:t>正式测试待完成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</a:defRPr>
                      </a:pPr>
                      <a:r>
                        <a:t>用于判断跨研究复现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8｜阶段结论：当前瓶颈是数据条件，不是网络复杂度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53616B"/>
                </a:solidFill>
              </a:defRPr>
            </a:pPr>
            <a:r>
              <a:t>本周已经完成从“提出迁移假设”到“验证迁移边界”的推进。当前证据支持来源域表达信号，但不支持把细胞系模型直接称为有效PDO迁移模型。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5740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已确认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尚未确认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对应决策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来源模型可训练且可重复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表达信号能否迁移到PDO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完成PRISM和第二PDO队列验证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功能数据可接入辅助训练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是否能提升最终药物排序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暂不扩展复杂功能网络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PDO结果受数据限制明显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模型是否在更大队列有效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优先扩大样本和共同药物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项目可形成研究结论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当前不能声称临床预测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324D"/>
                          </a:solidFill>
                        </a:defRPr>
                      </a:pPr>
                      <a:r>
                        <a:t>定位为研究级候选筛选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24D"/>
                </a:solidFill>
              </a:defRPr>
            </a:pPr>
            <a:r>
              <a:t>9｜下周计划、交付物与所需支持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53616B"/>
                </a:solidFill>
              </a:defRPr>
            </a:pPr>
            <a:r>
              <a:t>下周重点从“继续增加模型”转向“完成独立验证、补足数据条件并形成可汇报的阶段结论”。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10642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675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计划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具体工作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交付物/所需支持</a:t>
                      </a:r>
                    </a:p>
                  </a:txBody>
                  <a:tcPr marL="45720" marR="45720">
                    <a:solidFill>
                      <a:srgbClr val="2F6B8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PRISM正式评测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冻结模型，完成原始/置换表达和细胞级bootstrap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跨研究泛化结果表；维持算力和数据版本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第二PDO队列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筛选具备表达+单药响应配对的数据集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独立队列候选清单；需要数据来源协助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基线模型固化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比较药物平均、正则化表达和低自由度校准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可解释的PDO候选药物排序流程</a:t>
                      </a:r>
                    </a:p>
                  </a:txBody>
                  <a:tcPr marL="45720" marR="45720">
                    <a:solidFill>
                      <a:srgbClr val="EEF4F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阶段决策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根据外部结果决定是否继续通路和功能网络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</a:defRPr>
                      </a:pPr>
                      <a:r>
                        <a:t>需要确认下一阶段资源优先级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