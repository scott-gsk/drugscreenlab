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1｜本周工作概况：完成跨模型迁移的第一轮验证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900" b="0">
                <a:solidFill>
                  <a:srgbClr val="53616B"/>
                </a:solidFill>
              </a:defRPr>
            </a:pPr>
            <a:r>
              <a:t>本周围绕“细胞系药敏模型能否帮助类器官单药筛选”开展方案设计、来源域验证、PDO适配实验和外部验证准备，形成了从数据准入到结果判定的完整实验链路。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92707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957"/>
                <a:gridCol w="4152290"/>
                <a:gridCol w="4370832"/>
              </a:tblGrid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工作模块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本周完成的工作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阶段产出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研究方案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明确研究背景、输入输出、数据角色和判定标准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形成可执行的细胞系→PDO迁移方案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来源模型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完成细胞系整组留出和表达置换验证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确认来源域存在有限表达相关信号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类器官迁移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完成20个PDO、7种共同药物的患者留出比较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发现当前迁移未超过简单基线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外部验证准备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完成PRISM身份排除和药物覆盖审计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获得354个严格未见细胞、104种共同药物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000" b="1">
                <a:solidFill>
                  <a:srgbClr val="17324D"/>
                </a:solidFill>
              </a:defRPr>
            </a:pPr>
            <a:r>
              <a:t>本周结论：模型链路已打通，但类器官迁移有效性尚未成立，当前瓶颈集中在数据规模和跨体系差异。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2｜实验背景与研究目的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细胞系药敏数据规模大，适合训练模型；类器官更接近患者肿瘤，但样本和药物数据有限。本周方案的核心目的是判断：细胞系中学习到的药物反应规律，能否帮助类器官对候选单药进行排序。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92707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957"/>
                <a:gridCol w="4152290"/>
                <a:gridCol w="4370832"/>
              </a:tblGrid>
              <a:tr h="5410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方案设计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为什么需要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研究对象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PDO/PDxO单药筛选，不涉及联合用药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保持任务聚焦，避免将单药结果外推到联合治疗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模型输入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类器官基线表达 + 候选药物结构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使用患者样本可获得的信息进行预测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模型输出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药物敏感性排序、Top候选和解释依据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支持后续实验优先级安排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主要评价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患者留出下的类器官内药物排序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避免同一患者信息泄漏，检验真实个体化信号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结果边界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研究级预筛选，不等同临床疗效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明确当前算法的使用范围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3｜来源模型实验：确认细胞系中存在表达相关信号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为避免直接跳到类器官结论，本周先在细胞系内部按生物模型整组留出，比较只依赖药物平均效应的方法和加入细胞基础表达的方法，并通过表达置换检查模型是否真正使用了细胞信息。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92707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957"/>
                <a:gridCol w="4152290"/>
                <a:gridCol w="4370832"/>
              </a:tblGrid>
              <a:tr h="5410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实验动作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解释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细胞系整组留出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药物平均基线NDCG@5≈0.956；表达+药物结构模型≈0.963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表达信息带来约0.007提升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多初始化重复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三个初始化方向一致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提升不是单次随机训练造成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同癌种内表达置换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性能下降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模型使用了癌种内细胞表达差异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泛癌表达置换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下降更明显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癌种构成和表达信息共同贡献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阶段结论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来源域存在有限表达信号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尚不能推断该信号能迁移到PDO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4｜类器官实验：第一轮迁移未超过简单基线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随后在Zhu类器官队列开展患者外五折验证。该队列只有20个PDO，严格结构匹配后仅有7种共同药物，因此本轮用于开发和负迁移诊断，不能作为独立外部验证。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92707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957"/>
                <a:gridCol w="4152290"/>
                <a:gridCol w="4370832"/>
              </a:tblGrid>
              <a:tr h="5410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比较方法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排序结果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本周判断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药物平均敏感性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约0.748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当前最强基线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类器官自身表达模型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约0.68–0.73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小样本下未形成稳定个体化信号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直接使用细胞系模型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约0.61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出现明显负迁移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来源模型适配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约0.65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适配未能抵消体系差异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功能依赖辅助训练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相对关闭辅助任务略有改善，但仍低于基线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暂不扩大复杂功能网络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5｜本周结论与下周计划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本周结果把项目从“尝试复杂模型”推进到“明确验证边界”：来源域表达信号已经观察到，但在当前PDO数据条件下尚未形成可迁移的筛药增益。下一步优先补足独立数据和外部验证条件。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92707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957"/>
                <a:gridCol w="4152290"/>
                <a:gridCol w="4370832"/>
              </a:tblGrid>
              <a:tr h="6492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下周计划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预期结果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需要支持</a:t>
                      </a:r>
                    </a:p>
                  </a:txBody>
                  <a:tcPr marL="54864" marR="54864">
                    <a:solidFill>
                      <a:srgbClr val="2F6B8A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完成PRISM跨研究测试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判断表达信号能否在另一药敏研究的未见细胞上复现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维持数据版本和计算资源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寻找第二个PDO队列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增加患者数和严格共同药物覆盖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协助确认表达+单药响应配对数据来源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固化可靠基线模型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形成稳定、可解释的类器官候选药物排序流程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确认优先癌种和候选药物范围</a:t>
                      </a:r>
                    </a:p>
                  </a:txBody>
                  <a:tcPr marL="54864" marR="54864">
                    <a:solidFill>
                      <a:srgbClr val="EEF4F7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阶段决策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外部仍阴性则转向基线和负迁移边界；出现增益再扩展通路/功能模型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确认后续资源投入优先级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1900" b="1">
                <a:solidFill>
                  <a:srgbClr val="17324D"/>
                </a:solidFill>
              </a:defRPr>
            </a:pPr>
            <a:r>
              <a:t>需要领导支持：确认第二个具备“基线表达 + 单药响应”配对数据的PDO队列。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